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00234-5EAB-2A96-B213-DE4AC1EA538E}" v="22" dt="2026-03-12T07:28:31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29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A172E"/>
          </a:solidFill>
          <a:ln w="12700">
            <a:solidFill>
              <a:srgbClr val="0A1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Heart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Wearable Gesture Recognition Glove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Sinhala Sign Language Voice Translation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0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IoT Project Report  |  Group 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COHNDSE25.2F-069  –  N D D I Pramuditha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192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COHNDSE25.2F-015  –  L H S Senethma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COHNDSE25.2F-055  –  G A A E Perera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Mr. Bathiya Seneviratne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Business Management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Engineering  |  HNDSE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73152" cy="3520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and speech-impaired individuals rely on Sri Lankan Sign Language (SSL) to communicate.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most of the general public does not understand SSL, creating a serious communication barrier in daily life, healthcare, and public services.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camera-based recognition systems require controlled environments and high computational power — not suitable for everyday portable 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06240" cy="3520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73152" cy="3520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"Mute Heart" — a wearable IoT gesture recognition glove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selected Sinhala sign language gestures into audible Sinhala speech in real time using: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Microcontroller for processing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Rotary Potentiometers for finger angles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MPU6050 Motion Sensor for hand orientation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DFPlayer Mini for Sinhala audio output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Currently demonstrates 5 Sinhala vowel gestures: අ, ආ, </a:t>
            </a: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si-LK" sz="1200" b="1" dirty="0">
                <a:solidFill>
                  <a:schemeClr val="bg1"/>
                </a:solidFill>
                <a:latin typeface="Calibri"/>
                <a:ea typeface="Calibri"/>
                <a:cs typeface="Nirmala UI"/>
              </a:rPr>
              <a:t>ඇ ,</a:t>
            </a:r>
            <a:r>
              <a:rPr lang="si-LK" sz="1300" b="1" dirty="0">
                <a:solidFill>
                  <a:schemeClr val="bg1"/>
                </a:solidFill>
                <a:cs typeface="Iskoola Pota"/>
              </a:rPr>
              <a:t>එ</a:t>
            </a:r>
            <a:r>
              <a:rPr lang="en-US" sz="1300" b="1" dirty="0">
                <a:solidFill>
                  <a:schemeClr val="bg1"/>
                </a:solidFill>
              </a:rPr>
              <a:t>,</a:t>
            </a:r>
            <a:r>
              <a:rPr lang="si-LK" sz="1300" b="1" dirty="0">
                <a:solidFill>
                  <a:schemeClr val="bg1"/>
                </a:solidFill>
                <a:cs typeface="Iskoola Pota"/>
              </a:rPr>
              <a:t> ඒ</a:t>
            </a:r>
            <a:r>
              <a:rPr lang="en-US" sz="1300" b="1" dirty="0">
                <a:solidFill>
                  <a:schemeClr val="bg1"/>
                </a:solidFill>
              </a:rPr>
              <a:t>, </a:t>
            </a:r>
            <a:r>
              <a:rPr lang="si-LK" sz="1300" b="1" dirty="0">
                <a:solidFill>
                  <a:schemeClr val="bg1"/>
                </a:solidFill>
                <a:cs typeface="Iskoola Pota"/>
              </a:rPr>
              <a:t>උ</a:t>
            </a:r>
            <a:endParaRPr lang="en-US" sz="13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Actuators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Potentiometers (×5)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each finger of the glove. Detects angular bending of fingers by producing an analog voltage proportional to the bend angle. Enables precise gesture differentiation.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64008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(IMU Sensor)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inertial measurement unit capturing hand motion and orientation data (gyroscope + accelerometer). Helps identify full hand gestures beyond finger bending.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64008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unit. Collects analog signals from potentiometers and digital data from MPU6050. Applies rule-based threshold mapping to classify gestures.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DFPlayer Mini + Speaker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 module. Receives gesture commands from ESP32 and plays pre-recorded Sinhala audio files through a connected speaker to produce voice output.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Program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3200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[Code Demonstration]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6400800" cy="320040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Demonstration]</a:t>
            </a:r>
            <a:endParaRPr lang="en-US" sz="2000" dirty="0"/>
          </a:p>
        </p:txBody>
      </p:sp>
      <p:pic>
        <p:nvPicPr>
          <p:cNvPr id="7" name="Picture 6" descr="A collage of hand gestures&#10;&#10;AI-generated content may be incorrect.">
            <a:extLst>
              <a:ext uri="{FF2B5EF4-FFF2-40B4-BE49-F238E27FC236}">
                <a16:creationId xmlns:a16="http://schemas.microsoft.com/office/drawing/2014/main" id="{AFBC1BA0-250E-E019-88BA-506E898F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893" y="1183578"/>
            <a:ext cx="3210318" cy="3199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72E"/>
          </a:solidFill>
          <a:ln w="12700">
            <a:solidFill>
              <a:srgbClr val="0A1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Heart — IoT Gesture Recognition Glove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Sinhala Sign Language Voice Translation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19  |  HNDSE  |  NIBM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Bathiya Seneviratne — Lecturer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361</Words>
  <Application>Microsoft Office PowerPoint</Application>
  <PresentationFormat>On-screen Show (16:9)</PresentationFormat>
  <Paragraphs>53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Mute Heart - IoT Gesture Recognition Glove</dc:title>
  <dc:subject>PptxGenJS Presentation</dc:subject>
  <dc:creator>PptxGenJS</dc:creator>
  <cp:lastModifiedBy>sethumi senethma</cp:lastModifiedBy>
  <cp:revision>22</cp:revision>
  <dcterms:created xsi:type="dcterms:W3CDTF">2026-03-12T06:05:40Z</dcterms:created>
  <dcterms:modified xsi:type="dcterms:W3CDTF">2026-03-12T07:31:09Z</dcterms:modified>
</cp:coreProperties>
</file>